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Gelasio" panose="020B0604020202020204" charset="0"/>
      <p:regular r:id="rId12"/>
    </p:embeddedFont>
    <p:embeddedFont>
      <p:font typeface="Gelasio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2468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332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CampusBridge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5233360" y="3116316"/>
            <a:ext cx="6296860" cy="818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Connecting Students and Mentors for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Career Growth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233360" y="4127555"/>
            <a:ext cx="6296860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Samrat Saha 25MCC20059 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Barsha Mahajan 25MCC20058 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Deepsa Baidya 25MCC20004</a:t>
            </a:r>
            <a:endParaRPr lang="en-US" sz="14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28277F-AEC8-D8BD-5D5A-7F8874FA4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81" y="6531308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539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Work Accomplished So Far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74069"/>
            <a:ext cx="3496877" cy="17447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28848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Architecture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69716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Fully functional Client-Server architecture with secure authentication.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074069"/>
            <a:ext cx="3496877" cy="17447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28848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Mentorship Ecosystem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69716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Profiles for students and mentors, connection requests, and 1:1 session management.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074069"/>
            <a:ext cx="3496877" cy="17447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28848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Communication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697163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Built-in live chat and dynamic support messaging system.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07842"/>
            <a:ext cx="3496877" cy="17447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Engagement Features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093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Community feed with post creation, commenting, liking, and job listings.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4007842"/>
            <a:ext cx="3496877" cy="17447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Dashboard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30936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Centralized management system for events, users, and platform settings.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F046573-15F3-00B8-696E-C94234787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681" y="6522343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Frontend Technologies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Framework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React 19 (built with Vite for fast performance)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271075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Styling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3119438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Tailwind CSS &amp; Framer Motion (for smooth animations)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710755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271075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Authentication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3119438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Clerk (Secure, modern identity management)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410229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Data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4510980"/>
            <a:ext cx="275672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Socket.io-client (for live chat)</a:t>
            </a:r>
            <a:endParaRPr lang="en-US" sz="14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63135" y="4102298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410229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Visualization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451098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Recharts (for dashboard analytics)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0DD37F7-EC5A-2A4A-2B1F-6024B9B854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11711" y="6562684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928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Backend Technologies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51583"/>
            <a:ext cx="448854" cy="4488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13670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Runtime &amp; Framework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61475" y="2596455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Node.js &amp; Express.js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2406" y="1551583"/>
            <a:ext cx="448854" cy="44886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02406" y="2213670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202406" y="2596455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MongoDB &amp; Mongoose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217664"/>
            <a:ext cx="448854" cy="44886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879751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661475" y="4262537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Socket.io (WebSocket connections)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02406" y="3217664"/>
            <a:ext cx="448854" cy="44886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02406" y="3879751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File Management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202406" y="4262537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Cloudinary (Profile images &amp; media uploads)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83745"/>
            <a:ext cx="448854" cy="44886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545832"/>
            <a:ext cx="532771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Email Services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61475" y="5928618"/>
            <a:ext cx="532771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Resend &amp; @emailjs/browser (Notifications &amp; Reminders)</a:t>
            </a:r>
            <a:endParaRPr lang="en-US" sz="14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2406" y="4883745"/>
            <a:ext cx="448854" cy="44886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202406" y="5545832"/>
            <a:ext cx="532781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Security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202406" y="5928618"/>
            <a:ext cx="5327814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Helmet, Express-mongo-sanitize, XSS-clean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4C8DC30-F6E9-12BB-EEC8-EFA79E3841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5681" y="6480678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55823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Contributions: 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148655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Samrat Saha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233360" y="1909862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7" name="Text 4"/>
          <p:cNvSpPr/>
          <p:nvPr/>
        </p:nvSpPr>
        <p:spPr>
          <a:xfrm>
            <a:off x="5297107" y="194171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69128" y="196830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Full-Stack Architecture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769128" y="2325787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Initialized the full-stack architecture and database schemas.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2890540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5297107" y="2922389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69128" y="2948980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Mentor Ecosystem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769128" y="3306465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the </a:t>
            </a: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Mentor Ecosystem</a:t>
            </a: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(Dashboards, 1:1 sessions, job management).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4129782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5" name="Text 12"/>
          <p:cNvSpPr/>
          <p:nvPr/>
        </p:nvSpPr>
        <p:spPr>
          <a:xfrm>
            <a:off x="5297107" y="416163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69128" y="418822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Chat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769128" y="4545707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Implemented </a:t>
            </a: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Real-time Chat</a:t>
            </a: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functionality, push notifications, and email reminders.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33360" y="5369024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9" name="Text 16"/>
          <p:cNvSpPr/>
          <p:nvPr/>
        </p:nvSpPr>
        <p:spPr>
          <a:xfrm>
            <a:off x="5297107" y="540087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69128" y="5427464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Community Features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769128" y="5784949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the user connection system and interactive community features (posts, comments, replies).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B065A39-648E-D2EF-6688-01F6A98B9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53" y="6504413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85105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Contributions: 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1277938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Barsha Mahajan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5233360" y="2039144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7" name="Text 4"/>
          <p:cNvSpPr/>
          <p:nvPr/>
        </p:nvSpPr>
        <p:spPr>
          <a:xfrm>
            <a:off x="5297107" y="207099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769128" y="2097584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Dashboard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769128" y="2455069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Architected the </a:t>
            </a: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Admin Dashboard</a:t>
            </a: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with protected routing and role-based access.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3278386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1" name="Text 8"/>
          <p:cNvSpPr/>
          <p:nvPr/>
        </p:nvSpPr>
        <p:spPr>
          <a:xfrm>
            <a:off x="5297107" y="3310235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769128" y="3336826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Event Management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769128" y="3694311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the complete </a:t>
            </a: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CRUD Event Management</a:t>
            </a: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system.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4259064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5" name="Text 12"/>
          <p:cNvSpPr/>
          <p:nvPr/>
        </p:nvSpPr>
        <p:spPr>
          <a:xfrm>
            <a:off x="5297107" y="4290913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5769128" y="4317504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Support Message Interface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769128" y="4674989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Built the dynamic Support Message interface utilizing real-time sockets.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233360" y="5239742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9" name="Text 16"/>
          <p:cNvSpPr/>
          <p:nvPr/>
        </p:nvSpPr>
        <p:spPr>
          <a:xfrm>
            <a:off x="5297107" y="5271591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769128" y="529818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Mentor Onboarding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5769128" y="5655667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Implemented Mentor onboarding flows, account settings, and verification management tools.</a:t>
            </a:r>
            <a:endParaRPr lang="en-US" sz="13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48BA223-A760-BD5C-3449-498CE4464A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53" y="6528781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7343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15764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Contributions:               Deepsa Baidya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233360" y="2008584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6" name="Text 3"/>
          <p:cNvSpPr/>
          <p:nvPr/>
        </p:nvSpPr>
        <p:spPr>
          <a:xfrm>
            <a:off x="5297107" y="2040434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769128" y="2067024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Clerk Authentication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769128" y="2424509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Led the transition to </a:t>
            </a: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Clerk Authentication</a:t>
            </a: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robust security.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233360" y="2989263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0" name="Text 7"/>
          <p:cNvSpPr/>
          <p:nvPr/>
        </p:nvSpPr>
        <p:spPr>
          <a:xfrm>
            <a:off x="5297107" y="302111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769128" y="3047702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UX/UI Animations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769128" y="3405188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Created engaging </a:t>
            </a:r>
            <a:r>
              <a:rPr lang="en-US" sz="1300" b="1" dirty="0">
                <a:solidFill>
                  <a:srgbClr val="C9C2C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UX/UI animations</a:t>
            </a: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including festival-themed page transitions (Holi/Diwali fireworks).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228505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4" name="Text 11"/>
          <p:cNvSpPr/>
          <p:nvPr/>
        </p:nvSpPr>
        <p:spPr>
          <a:xfrm>
            <a:off x="5297107" y="4260354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769128" y="4286945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Router Layout Architecture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769128" y="4644430"/>
            <a:ext cx="5761092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the global event popup system and router layout architecture.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33360" y="5209183"/>
            <a:ext cx="382677" cy="382687"/>
          </a:xfrm>
          <a:prstGeom prst="roundRect">
            <a:avLst>
              <a:gd name="adj" fmla="val 6668"/>
            </a:avLst>
          </a:prstGeom>
          <a:solidFill>
            <a:srgbClr val="373433"/>
          </a:solidFill>
          <a:ln/>
        </p:spPr>
      </p:sp>
      <p:sp>
        <p:nvSpPr>
          <p:cNvPr id="18" name="Text 15"/>
          <p:cNvSpPr/>
          <p:nvPr/>
        </p:nvSpPr>
        <p:spPr>
          <a:xfrm>
            <a:off x="5297107" y="5241032"/>
            <a:ext cx="255085" cy="31888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769128" y="5267623"/>
            <a:ext cx="576109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Platform &amp; Documentation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769128" y="5625108"/>
            <a:ext cx="576109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Managed backend platform settings models, contact messaging systems, and project documentation.</a:t>
            </a:r>
            <a:endParaRPr lang="en-US" sz="13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6F74445-4C4D-4640-D8ED-6B5C7B8682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653" y="6562684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16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Showcase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35609"/>
            <a:ext cx="3083344" cy="19056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2892" y="4619327"/>
            <a:ext cx="29386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 Landing Page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213915" y="447754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Mentor Dashboard</a:t>
            </a:r>
            <a:endParaRPr lang="en-US" sz="1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87ECAD1-D9D7-F4E8-42DB-D336121D5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17" y="1957587"/>
            <a:ext cx="5168903" cy="2422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F5FAA3-1DF8-1823-19B9-C665CE2CA0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957587"/>
            <a:ext cx="5434220" cy="2441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929ACA-65BE-4001-425F-F6A9465E6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640" y="6499672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542" y="10716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D8B6A4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Showcase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4" y="4886226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Community Feed &amp; Real-time Chat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6213915" y="488622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Dashboard</a:t>
            </a:r>
            <a:endParaRPr lang="en-US" sz="1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B8ADD6-C91E-3856-E3DF-DA2E13FF4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2043275"/>
            <a:ext cx="4932501" cy="277144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757FD0-3668-85DA-B018-6113E4F2AC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44" y="2046819"/>
            <a:ext cx="4932501" cy="27714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93AA22-CC48-22DB-9C1B-37F52345D3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1711" y="6562684"/>
            <a:ext cx="2286319" cy="2953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416</Words>
  <Application>Microsoft Office PowerPoint</Application>
  <PresentationFormat>Widescreen</PresentationFormat>
  <Paragraphs>97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Gelasio</vt:lpstr>
      <vt:lpstr>Gelasio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Deepsa Baidya</cp:lastModifiedBy>
  <cp:revision>3</cp:revision>
  <dcterms:created xsi:type="dcterms:W3CDTF">2026-09-03T09:05:14Z</dcterms:created>
  <dcterms:modified xsi:type="dcterms:W3CDTF">2026-09-03T09:39:02Z</dcterms:modified>
</cp:coreProperties>
</file>